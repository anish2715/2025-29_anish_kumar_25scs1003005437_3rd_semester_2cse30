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Intel AI for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Virtual Internship Presentation</a:t>
            </a:r>
          </a:p>
          <a:p>
            <a:pPr>
              <a:spcAft>
                <a:spcPts val="1200"/>
              </a:spcAft>
              <a:defRPr sz="2000"/>
            </a:pPr>
            <a:r>
              <a:t>Name: Anish Kumar</a:t>
            </a:r>
          </a:p>
          <a:p>
            <a:pPr>
              <a:spcAft>
                <a:spcPts val="1200"/>
              </a:spcAft>
              <a:defRPr sz="2000"/>
            </a:pPr>
            <a:r>
              <a:t>Roll No.: 25SCS1003005437</a:t>
            </a:r>
          </a:p>
          <a:p>
            <a:pPr>
              <a:spcAft>
                <a:spcPts val="1200"/>
              </a:spcAft>
              <a:defRPr sz="2000"/>
            </a:pPr>
            <a:r>
              <a:t>Batch: 2025–2029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About the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Intel AI for All is a virtual learning program focused on foundational Artificial Intelligence awareness.</a:t>
            </a:r>
          </a:p>
          <a:p>
            <a:pPr>
              <a:spcAft>
                <a:spcPts val="1200"/>
              </a:spcAft>
              <a:defRPr sz="2000"/>
            </a:pPr>
            <a:r>
              <a:t>The program introduces AI concepts, applications, opportunities, limitations, and responsible AI.</a:t>
            </a:r>
          </a:p>
          <a:p>
            <a:pPr>
              <a:spcAft>
                <a:spcPts val="1200"/>
              </a:spcAft>
              <a:defRPr sz="2000"/>
            </a:pPr>
            <a:r>
              <a:t>The internship strengthened understanding of modern AI technologies.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Understand fundamental AI concepts.</a:t>
            </a:r>
          </a:p>
          <a:p>
            <a:pPr>
              <a:spcAft>
                <a:spcPts val="1200"/>
              </a:spcAft>
              <a:defRPr sz="2000"/>
            </a:pPr>
            <a:r>
              <a:t>Explore real-world applications of AI.</a:t>
            </a:r>
          </a:p>
          <a:p>
            <a:pPr>
              <a:spcAft>
                <a:spcPts val="1200"/>
              </a:spcAft>
              <a:defRPr sz="2000"/>
            </a:pPr>
            <a:r>
              <a:t>Build awareness of machine learning and data-driven systems.</a:t>
            </a:r>
          </a:p>
          <a:p>
            <a:pPr>
              <a:spcAft>
                <a:spcPts val="1200"/>
              </a:spcAft>
              <a:defRPr sz="2000"/>
            </a:pPr>
            <a:r>
              <a:t>Understand responsible and ethical AI.</a:t>
            </a:r>
          </a:p>
          <a:p>
            <a:pPr>
              <a:spcAft>
                <a:spcPts val="1200"/>
              </a:spcAft>
              <a:defRPr sz="2000"/>
            </a:pPr>
            <a:r>
              <a:t>Prepare for advanced AI and machine learning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Learning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Artificial Intelligence fundamentals</a:t>
            </a:r>
          </a:p>
          <a:p>
            <a:pPr>
              <a:spcAft>
                <a:spcPts val="1200"/>
              </a:spcAft>
              <a:defRPr sz="2000"/>
            </a:pPr>
            <a:r>
              <a:t>Machine Learning concepts</a:t>
            </a:r>
          </a:p>
          <a:p>
            <a:pPr>
              <a:spcAft>
                <a:spcPts val="1200"/>
              </a:spcAft>
              <a:defRPr sz="2000"/>
            </a:pPr>
            <a:r>
              <a:t>AI applications and use cases</a:t>
            </a:r>
          </a:p>
          <a:p>
            <a:pPr>
              <a:spcAft>
                <a:spcPts val="1200"/>
              </a:spcAft>
              <a:defRPr sz="2000"/>
            </a:pPr>
            <a:r>
              <a:t>Responsible and ethical AI</a:t>
            </a:r>
          </a:p>
          <a:p>
            <a:pPr>
              <a:spcAft>
                <a:spcPts val="1200"/>
              </a:spcAft>
              <a:defRPr sz="2000"/>
            </a:pPr>
            <a:r>
              <a:t>Impact of AI on society and industry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Structured virtual learning modules</a:t>
            </a:r>
          </a:p>
          <a:p>
            <a:pPr>
              <a:spcAft>
                <a:spcPts val="1200"/>
              </a:spcAft>
              <a:defRPr sz="2000"/>
            </a:pPr>
            <a:r>
              <a:t>Conceptual study and examples</a:t>
            </a:r>
          </a:p>
          <a:p>
            <a:pPr>
              <a:spcAft>
                <a:spcPts val="1200"/>
              </a:spcAft>
              <a:defRPr sz="2000"/>
            </a:pPr>
            <a:r>
              <a:t>Learning activities and assessments</a:t>
            </a:r>
          </a:p>
          <a:p>
            <a:pPr>
              <a:spcAft>
                <a:spcPts val="1200"/>
              </a:spcAft>
              <a:defRPr sz="2000"/>
            </a:pPr>
            <a:r>
              <a:t>Revision and consolidation</a:t>
            </a:r>
          </a:p>
          <a:p>
            <a:pPr>
              <a:spcAft>
                <a:spcPts val="1200"/>
              </a:spcAft>
              <a:defRPr sz="2000"/>
            </a:pPr>
            <a:r>
              <a:t>Completion of internship credential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 &amp;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Artificial Intelligence</a:t>
            </a:r>
          </a:p>
          <a:p>
            <a:pPr>
              <a:spcAft>
                <a:spcPts val="1200"/>
              </a:spcAft>
              <a:defRPr sz="2000"/>
            </a:pPr>
            <a:r>
              <a:t>Machine Learning</a:t>
            </a:r>
          </a:p>
          <a:p>
            <a:pPr>
              <a:spcAft>
                <a:spcPts val="1200"/>
              </a:spcAft>
              <a:defRPr sz="2000"/>
            </a:pPr>
            <a:r>
              <a:t>Data-driven systems</a:t>
            </a:r>
          </a:p>
          <a:p>
            <a:pPr>
              <a:spcAft>
                <a:spcPts val="1200"/>
              </a:spcAft>
              <a:defRPr sz="2000"/>
            </a:pPr>
            <a:r>
              <a:t>Computer Vision awareness</a:t>
            </a:r>
          </a:p>
          <a:p>
            <a:pPr>
              <a:spcAft>
                <a:spcPts val="1200"/>
              </a:spcAft>
              <a:defRPr sz="2000"/>
            </a:pPr>
            <a:r>
              <a:t>Generative AI concepts</a:t>
            </a:r>
          </a:p>
          <a:p>
            <a:pPr>
              <a:spcAft>
                <a:spcPts val="1200"/>
              </a:spcAft>
              <a:defRPr sz="2000"/>
            </a:pPr>
            <a:r>
              <a:t>Responsible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Stronger foundation in AI terminology and concepts.</a:t>
            </a:r>
          </a:p>
          <a:p>
            <a:pPr>
              <a:spcAft>
                <a:spcPts val="1200"/>
              </a:spcAft>
              <a:defRPr sz="2000"/>
            </a:pPr>
            <a:r>
              <a:t>Better understanding of how AI can solve real-world problems.</a:t>
            </a:r>
          </a:p>
          <a:p>
            <a:pPr>
              <a:spcAft>
                <a:spcPts val="1200"/>
              </a:spcAft>
              <a:defRPr sz="2000"/>
            </a:pPr>
            <a:r>
              <a:t>Awareness of fairness, privacy, bias, and transparency.</a:t>
            </a:r>
          </a:p>
          <a:p>
            <a:pPr>
              <a:spcAft>
                <a:spcPts val="1200"/>
              </a:spcAft>
              <a:defRPr sz="2000"/>
            </a:pPr>
            <a:r>
              <a:t>Improved readiness for advanced AI/ML study.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Certificate &amp; Credential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Intel AI for All Virtual Internship completed.</a:t>
            </a:r>
          </a:p>
          <a:p>
            <a:pPr>
              <a:spcAft>
                <a:spcPts val="1200"/>
              </a:spcAft>
              <a:defRPr sz="2000"/>
            </a:pPr>
            <a:r>
              <a:t>Completion certificate/credential received.</a:t>
            </a:r>
          </a:p>
          <a:p>
            <a:pPr>
              <a:spcAft>
                <a:spcPts val="1200"/>
              </a:spcAft>
              <a:defRPr sz="2000"/>
            </a:pPr>
            <a:r>
              <a:t>Certificate ID and issue date: To be added from original certificate.</a:t>
            </a:r>
          </a:p>
          <a:p>
            <a:pPr>
              <a:spcAft>
                <a:spcPts val="1200"/>
              </a:spcAft>
              <a:defRPr sz="2000"/>
            </a:pPr>
            <a:r>
              <a:t>Original certificate should be attached with the final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internship provided a strong introduction to Artificial Intelligence.</a:t>
            </a:r>
          </a:p>
          <a:p>
            <a:pPr>
              <a:spcAft>
                <a:spcPts val="1200"/>
              </a:spcAft>
              <a:defRPr sz="2000"/>
            </a:pPr>
            <a:r>
              <a:t>It connected AI concepts with practical and societal applications.</a:t>
            </a:r>
          </a:p>
          <a:p>
            <a:pPr>
              <a:spcAft>
                <a:spcPts val="1200"/>
              </a:spcAft>
              <a:defRPr sz="2000"/>
            </a:pPr>
            <a:r>
              <a:t>The experience motivates further learning in Machine Learning, Deep Learning, Computer Vision, and Generative 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Anish Kumar</a:t>
            </a:r>
          </a:p>
          <a:p>
            <a:pPr>
              <a:spcAft>
                <a:spcPts val="1200"/>
              </a:spcAft>
              <a:defRPr sz="2000"/>
            </a:pPr>
            <a:r>
              <a:t>Roll No.: 25SCS1003005437</a:t>
            </a:r>
          </a:p>
          <a:p>
            <a:pPr>
              <a:spcAft>
                <a:spcPts val="1200"/>
              </a:spcAft>
              <a:defRPr sz="2000"/>
            </a:pPr>
            <a:r>
              <a:t>Batch: 2025–2029</a:t>
            </a:r>
          </a:p>
          <a:p>
            <a:pPr>
              <a:spcAft>
                <a:spcPts val="1200"/>
              </a:spcAft>
              <a:defRPr sz="2000"/>
            </a:pPr>
            <a:r>
              <a:t>Intel AI for All – Virtual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