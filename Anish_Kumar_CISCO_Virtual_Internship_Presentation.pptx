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588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CISCO</a:t>
            </a:r>
          </a:p>
          <a:p>
            <a:pPr algn="ctr">
              <a:defRPr sz="2800"/>
            </a:pPr>
            <a:r>
              <a:t>Virtual Internship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000"/>
            </a:pPr>
            <a:r>
              <a:t>Data Analytics &amp; Modern AI</a:t>
            </a:r>
          </a:p>
          <a:p>
            <a:pPr algn="ctr">
              <a:spcAft>
                <a:spcPts val="800"/>
              </a:spcAft>
              <a:defRPr sz="1700"/>
            </a:pPr>
            <a:r>
              <a:t>Anish Kumar</a:t>
            </a:r>
          </a:p>
          <a:p>
            <a:pPr algn="ctr">
              <a:spcAft>
                <a:spcPts val="800"/>
              </a:spcAft>
              <a:defRPr sz="1700"/>
            </a:pPr>
            <a:r>
              <a:t>Roll No. 25SCS1003005437  |  Batch 2025–2029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Internship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Virtual internship focused on Data Analytics and Modern Artificial Intelligence</a:t>
            </a:r>
          </a:p>
          <a:p>
            <a:pPr>
              <a:spcAft>
                <a:spcPts val="1000"/>
              </a:spcAft>
              <a:defRPr sz="2000"/>
            </a:pPr>
            <a:r>
              <a:t>Industry-oriented learning pathway through CISCO learning resources</a:t>
            </a:r>
          </a:p>
          <a:p>
            <a:pPr>
              <a:spcAft>
                <a:spcPts val="1000"/>
              </a:spcAft>
              <a:defRPr sz="2000"/>
            </a:pPr>
            <a:r>
              <a:t>Emphasis on analytical thinking, AI awareness, and insight discovery</a:t>
            </a:r>
          </a:p>
          <a:p>
            <a:pPr>
              <a:spcAft>
                <a:spcPts val="1000"/>
              </a:spcAft>
              <a:defRPr sz="2000"/>
            </a:pPr>
            <a:r>
              <a:t>Learning evidence represented by three completed credentials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Understand core data analytics concepts and workflows</a:t>
            </a:r>
          </a:p>
          <a:p>
            <a:pPr>
              <a:spcAft>
                <a:spcPts val="1000"/>
              </a:spcAft>
              <a:defRPr sz="2000"/>
            </a:pPr>
            <a:r>
              <a:t>Develop foundational knowledge of modern AI</a:t>
            </a:r>
          </a:p>
          <a:p>
            <a:pPr>
              <a:spcAft>
                <a:spcPts val="1000"/>
              </a:spcAft>
              <a:defRPr sz="2000"/>
            </a:pPr>
            <a:r>
              <a:t>Learn to identify and interpret meaningful insights</a:t>
            </a:r>
          </a:p>
          <a:p>
            <a:pPr>
              <a:spcAft>
                <a:spcPts val="1000"/>
              </a:spcAft>
              <a:defRPr sz="2000"/>
            </a:pPr>
            <a:r>
              <a:t>Use AI-assisted approaches thoughtfully and critically</a:t>
            </a:r>
          </a:p>
          <a:p>
            <a:pPr>
              <a:spcAft>
                <a:spcPts val="1000"/>
              </a:spcAft>
              <a:defRPr sz="2000"/>
            </a:pPr>
            <a:r>
              <a:t>Build industry-relevant analytical and problem-solving skills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Credential 1 — Data Analytics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Introduced the fundamentals of data analytics</a:t>
            </a:r>
          </a:p>
          <a:p>
            <a:pPr>
              <a:spcAft>
                <a:spcPts val="1000"/>
              </a:spcAft>
              <a:defRPr sz="2000"/>
            </a:pPr>
            <a:r>
              <a:t>Focused on data, quality, exploration, interpretation, and communication</a:t>
            </a:r>
          </a:p>
          <a:p>
            <a:pPr>
              <a:spcAft>
                <a:spcPts val="1000"/>
              </a:spcAft>
              <a:defRPr sz="2000"/>
            </a:pPr>
            <a:r>
              <a:t>Developed a structured approach to data-driven problem solving</a:t>
            </a:r>
          </a:p>
          <a:p>
            <a:pPr>
              <a:spcAft>
                <a:spcPts val="1000"/>
              </a:spcAft>
              <a:defRPr sz="2000"/>
            </a:pPr>
            <a:r>
              <a:t>Strengthened understanding of how data supports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Credential 2 — Introduction to Modern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Built foundational awareness of artificial intelligence</a:t>
            </a:r>
          </a:p>
          <a:p>
            <a:pPr>
              <a:spcAft>
                <a:spcPts val="1000"/>
              </a:spcAft>
              <a:defRPr sz="2000"/>
            </a:pPr>
            <a:r>
              <a:t>Explored the relationship between data, algorithms, and AI systems</a:t>
            </a:r>
          </a:p>
          <a:p>
            <a:pPr>
              <a:spcAft>
                <a:spcPts val="1000"/>
              </a:spcAft>
              <a:defRPr sz="2000"/>
            </a:pPr>
            <a:r>
              <a:t>Introduced modern AI applications and limitations</a:t>
            </a:r>
          </a:p>
          <a:p>
            <a:pPr>
              <a:spcAft>
                <a:spcPts val="1000"/>
              </a:spcAft>
              <a:defRPr sz="2000"/>
            </a:pPr>
            <a:r>
              <a:t>Highlighted the importance of responsible and critical AI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Credential 3 — Find Insights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Focused on AI-assisted insight discovery</a:t>
            </a:r>
          </a:p>
          <a:p>
            <a:pPr>
              <a:spcAft>
                <a:spcPts val="1000"/>
              </a:spcAft>
              <a:defRPr sz="2000"/>
            </a:pPr>
            <a:r>
              <a:t>Practiced framing useful analytical questions</a:t>
            </a:r>
          </a:p>
          <a:p>
            <a:pPr>
              <a:spcAft>
                <a:spcPts val="1000"/>
              </a:spcAft>
              <a:defRPr sz="2000"/>
            </a:pPr>
            <a:r>
              <a:t>Explored patterns, trends, relationships, and observations</a:t>
            </a:r>
          </a:p>
          <a:p>
            <a:pPr>
              <a:spcAft>
                <a:spcPts val="1000"/>
              </a:spcAft>
              <a:defRPr sz="2000"/>
            </a:pPr>
            <a:r>
              <a:t>Emphasized reviewing AI outputs instead of accepting them blindly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Skills Developed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Data analytics fundamentals</a:t>
            </a:r>
          </a:p>
          <a:p>
            <a:pPr>
              <a:spcAft>
                <a:spcPts val="1000"/>
              </a:spcAft>
              <a:defRPr sz="2000"/>
            </a:pPr>
            <a:r>
              <a:t>Artificial intelligence and machine learning awareness</a:t>
            </a:r>
          </a:p>
          <a:p>
            <a:pPr>
              <a:spcAft>
                <a:spcPts val="1000"/>
              </a:spcAft>
              <a:defRPr sz="2000"/>
            </a:pPr>
            <a:r>
              <a:t>Data interpretation and insight discovery</a:t>
            </a:r>
          </a:p>
          <a:p>
            <a:pPr>
              <a:spcAft>
                <a:spcPts val="1000"/>
              </a:spcAft>
              <a:defRPr sz="2000"/>
            </a:pPr>
            <a:r>
              <a:t>Analytical and critical thinking</a:t>
            </a:r>
          </a:p>
          <a:p>
            <a:pPr>
              <a:spcAft>
                <a:spcPts val="1000"/>
              </a:spcAft>
              <a:defRPr sz="2000"/>
            </a:pPr>
            <a:r>
              <a:t>Problem decomposition and communication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Learn → Explore → Practice → Analyze → Validate → Communicate</a:t>
            </a:r>
          </a:p>
          <a:p>
            <a:pPr>
              <a:spcAft>
                <a:spcPts val="1000"/>
              </a:spcAft>
              <a:defRPr sz="2000"/>
            </a:pPr>
            <a:r>
              <a:t>Conceptual learning supported by practical activities</a:t>
            </a:r>
          </a:p>
          <a:p>
            <a:pPr>
              <a:spcAft>
                <a:spcPts val="1000"/>
              </a:spcAft>
              <a:defRPr sz="2000"/>
            </a:pPr>
            <a:r>
              <a:t>Critical review of analytical and AI-generated results</a:t>
            </a:r>
          </a:p>
          <a:p>
            <a:pPr>
              <a:spcAft>
                <a:spcPts val="1000"/>
              </a:spcAft>
              <a:defRPr sz="2000"/>
            </a:pPr>
            <a:r>
              <a:t>Credential completion used as evidence of learning progress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Stronger foundation in data analytics</a:t>
            </a:r>
          </a:p>
          <a:p>
            <a:pPr>
              <a:spcAft>
                <a:spcPts val="1000"/>
              </a:spcAft>
              <a:defRPr sz="2000"/>
            </a:pPr>
            <a:r>
              <a:t>Better understanding of modern AI concepts</a:t>
            </a:r>
          </a:p>
          <a:p>
            <a:pPr>
              <a:spcAft>
                <a:spcPts val="1000"/>
              </a:spcAft>
              <a:defRPr sz="2000"/>
            </a:pPr>
            <a:r>
              <a:t>Improved ability to interpret information and identify insights</a:t>
            </a:r>
          </a:p>
          <a:p>
            <a:pPr>
              <a:spcAft>
                <a:spcPts val="1000"/>
              </a:spcAft>
              <a:defRPr sz="2000"/>
            </a:pPr>
            <a:r>
              <a:t>Awareness of responsible and critical AI use</a:t>
            </a:r>
          </a:p>
          <a:p>
            <a:pPr>
              <a:spcAft>
                <a:spcPts val="1000"/>
              </a:spcAft>
              <a:defRPr sz="2000"/>
            </a:pPr>
            <a:r>
              <a:t>Clear direction for further study in data science and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Python for analytics: NumPy, Pandas, Matplotlib</a:t>
            </a:r>
          </a:p>
          <a:p>
            <a:pPr>
              <a:spcAft>
                <a:spcPts val="1000"/>
              </a:spcAft>
              <a:defRPr sz="2000"/>
            </a:pPr>
            <a:r>
              <a:t>Data visualization and dashboard development</a:t>
            </a:r>
          </a:p>
          <a:p>
            <a:pPr>
              <a:spcAft>
                <a:spcPts val="1000"/>
              </a:spcAft>
              <a:defRPr sz="2000"/>
            </a:pPr>
            <a:r>
              <a:t>Machine learning projects with real datasets</a:t>
            </a:r>
          </a:p>
          <a:p>
            <a:pPr>
              <a:spcAft>
                <a:spcPts val="1000"/>
              </a:spcAft>
              <a:defRPr sz="2000"/>
            </a:pPr>
            <a:r>
              <a:t>Generative AI and prompt engineering</a:t>
            </a:r>
          </a:p>
          <a:p>
            <a:pPr>
              <a:spcAft>
                <a:spcPts val="1000"/>
              </a:spcAft>
              <a:defRPr sz="2000"/>
            </a:pPr>
            <a:r>
              <a:t>AI-powered applications and data-driven solutions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 &amp; 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CISCO virtual internship provided a practical foundation in analytics and AI</a:t>
            </a:r>
          </a:p>
          <a:p>
            <a:pPr>
              <a:spcAft>
                <a:spcPts val="1000"/>
              </a:spcAft>
              <a:defRPr sz="2000"/>
            </a:pPr>
            <a:r>
              <a:t>Completed credentials: Data Analytics Essentials</a:t>
            </a:r>
          </a:p>
          <a:p>
            <a:pPr>
              <a:spcAft>
                <a:spcPts val="1000"/>
              </a:spcAft>
              <a:defRPr sz="2000"/>
            </a:pPr>
            <a:r>
              <a:t>Completed credentials: Introduction to Modern AI</a:t>
            </a:r>
          </a:p>
          <a:p>
            <a:pPr>
              <a:spcAft>
                <a:spcPts val="1000"/>
              </a:spcAft>
              <a:defRPr sz="2000"/>
            </a:pPr>
            <a:r>
              <a:t>Completed credentials: Find Insights with AI</a:t>
            </a:r>
          </a:p>
          <a:p>
            <a:pPr>
              <a:spcAft>
                <a:spcPts val="1000"/>
              </a:spcAft>
              <a:defRPr sz="2000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